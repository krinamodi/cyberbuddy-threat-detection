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3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l="10163"/>
          <a:stretch>
            <a:fillRect/>
          </a:stretch>
        </p:blipFill>
        <p:spPr>
          <a:xfrm>
            <a:off x="0" y="0"/>
            <a:ext cx="1563370" cy="11607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/>
              <a:t>       </a:t>
            </a:r>
            <a:r>
              <a:t>Food Donation &amp; Waste Reduction Platform</a:t>
            </a:r>
            <a:r>
              <a:rPr lang="en-IN"/>
              <a:t>  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615"/>
              </a:spcBef>
            </a:pPr>
            <a:r>
              <a:rPr spc="-110" dirty="0">
                <a:sym typeface="+mn-ea"/>
              </a:rPr>
              <a:t>Team</a:t>
            </a:r>
            <a:r>
              <a:rPr spc="-50" dirty="0">
                <a:sym typeface="+mn-ea"/>
              </a:rPr>
              <a:t> </a:t>
            </a:r>
            <a:r>
              <a:rPr spc="-100" dirty="0">
                <a:sym typeface="+mn-ea"/>
              </a:rPr>
              <a:t>Name:</a:t>
            </a:r>
            <a:r>
              <a:rPr spc="-40" dirty="0">
                <a:sym typeface="+mn-ea"/>
              </a:rPr>
              <a:t> </a:t>
            </a:r>
            <a:r>
              <a:rPr spc="-155" dirty="0">
                <a:sym typeface="+mn-ea"/>
              </a:rPr>
              <a:t>Victory</a:t>
            </a:r>
            <a:r>
              <a:rPr spc="-10" dirty="0">
                <a:sym typeface="+mn-ea"/>
              </a:rPr>
              <a:t> bytes</a:t>
            </a:r>
            <a:endParaRPr spc="-10" dirty="0"/>
          </a:p>
          <a:p>
            <a:pPr>
              <a:lnSpc>
                <a:spcPct val="100000"/>
              </a:lnSpc>
              <a:spcBef>
                <a:spcPts val="630"/>
              </a:spcBef>
            </a:pPr>
          </a:p>
          <a:p>
            <a:pPr marL="12700">
              <a:lnSpc>
                <a:spcPct val="100000"/>
              </a:lnSpc>
            </a:pPr>
            <a:r>
              <a:rPr spc="-110" dirty="0">
                <a:sym typeface="+mn-ea"/>
              </a:rPr>
              <a:t>Team</a:t>
            </a:r>
            <a:r>
              <a:rPr spc="-55" dirty="0">
                <a:sym typeface="+mn-ea"/>
              </a:rPr>
              <a:t> </a:t>
            </a:r>
            <a:r>
              <a:rPr spc="-114" dirty="0">
                <a:sym typeface="+mn-ea"/>
              </a:rPr>
              <a:t>Leader</a:t>
            </a:r>
            <a:r>
              <a:rPr spc="-45" dirty="0">
                <a:sym typeface="+mn-ea"/>
              </a:rPr>
              <a:t> </a:t>
            </a:r>
            <a:r>
              <a:rPr spc="-100" dirty="0">
                <a:sym typeface="+mn-ea"/>
              </a:rPr>
              <a:t>Name:</a:t>
            </a:r>
            <a:r>
              <a:rPr spc="-35" dirty="0">
                <a:sym typeface="+mn-ea"/>
              </a:rPr>
              <a:t> </a:t>
            </a:r>
            <a:r>
              <a:rPr spc="-155" dirty="0">
                <a:sym typeface="+mn-ea"/>
              </a:rPr>
              <a:t>Gohil</a:t>
            </a:r>
            <a:r>
              <a:rPr spc="-30" dirty="0">
                <a:sym typeface="+mn-ea"/>
              </a:rPr>
              <a:t> </a:t>
            </a:r>
            <a:r>
              <a:rPr spc="-150" dirty="0">
                <a:sym typeface="+mn-ea"/>
              </a:rPr>
              <a:t>Surbhi</a:t>
            </a:r>
            <a:r>
              <a:rPr spc="-40" dirty="0">
                <a:sym typeface="+mn-ea"/>
              </a:rPr>
              <a:t> </a:t>
            </a:r>
            <a:r>
              <a:rPr spc="-10" dirty="0">
                <a:sym typeface="+mn-ea"/>
              </a:rPr>
              <a:t>Vinaybhai</a:t>
            </a:r>
            <a:endParaRPr spc="-10" dirty="0"/>
          </a:p>
          <a:p>
            <a:pPr>
              <a:lnSpc>
                <a:spcPct val="100000"/>
              </a:lnSpc>
              <a:spcBef>
                <a:spcPts val="615"/>
              </a:spcBef>
            </a:pPr>
          </a:p>
          <a:p>
            <a:pPr marL="12700">
              <a:lnSpc>
                <a:spcPct val="100000"/>
              </a:lnSpc>
            </a:pPr>
            <a:r>
              <a:rPr spc="-90" dirty="0">
                <a:sym typeface="+mn-ea"/>
              </a:rPr>
              <a:t>Institute</a:t>
            </a:r>
            <a:r>
              <a:rPr spc="-25" dirty="0">
                <a:sym typeface="+mn-ea"/>
              </a:rPr>
              <a:t> </a:t>
            </a:r>
            <a:r>
              <a:rPr spc="-100" dirty="0">
                <a:sym typeface="+mn-ea"/>
              </a:rPr>
              <a:t>Name:</a:t>
            </a:r>
            <a:r>
              <a:rPr spc="-35" dirty="0">
                <a:sym typeface="+mn-ea"/>
              </a:rPr>
              <a:t> </a:t>
            </a:r>
            <a:r>
              <a:rPr spc="-110" dirty="0">
                <a:sym typeface="+mn-ea"/>
              </a:rPr>
              <a:t>Parul</a:t>
            </a:r>
            <a:r>
              <a:rPr spc="-30" dirty="0">
                <a:sym typeface="+mn-ea"/>
              </a:rPr>
              <a:t> </a:t>
            </a:r>
            <a:r>
              <a:rPr spc="-90" dirty="0">
                <a:sym typeface="+mn-ea"/>
              </a:rPr>
              <a:t>Institute</a:t>
            </a:r>
            <a:r>
              <a:rPr spc="-25" dirty="0">
                <a:sym typeface="+mn-ea"/>
              </a:rPr>
              <a:t> </a:t>
            </a:r>
            <a:r>
              <a:rPr spc="-110" dirty="0">
                <a:sym typeface="+mn-ea"/>
              </a:rPr>
              <a:t>of</a:t>
            </a:r>
            <a:r>
              <a:rPr spc="-20" dirty="0">
                <a:sym typeface="+mn-ea"/>
              </a:rPr>
              <a:t> </a:t>
            </a:r>
            <a:r>
              <a:rPr spc="-135" dirty="0">
                <a:sym typeface="+mn-ea"/>
              </a:rPr>
              <a:t>Engineering</a:t>
            </a:r>
            <a:r>
              <a:rPr spc="-20" dirty="0">
                <a:sym typeface="+mn-ea"/>
              </a:rPr>
              <a:t> </a:t>
            </a:r>
            <a:r>
              <a:rPr spc="-120" dirty="0">
                <a:sym typeface="+mn-ea"/>
              </a:rPr>
              <a:t>and</a:t>
            </a:r>
            <a:r>
              <a:rPr spc="-30" dirty="0">
                <a:sym typeface="+mn-ea"/>
              </a:rPr>
              <a:t> </a:t>
            </a:r>
            <a:r>
              <a:rPr lang="en-IN" spc="-30" dirty="0">
                <a:sym typeface="+mn-ea"/>
              </a:rPr>
              <a:t>          </a:t>
            </a:r>
            <a:r>
              <a:rPr spc="-125" dirty="0">
                <a:sym typeface="+mn-ea"/>
              </a:rPr>
              <a:t>Technology</a:t>
            </a:r>
            <a:endParaRPr spc="-125" dirty="0"/>
          </a:p>
          <a:p>
            <a:pPr>
              <a:lnSpc>
                <a:spcPct val="100000"/>
              </a:lnSpc>
              <a:spcBef>
                <a:spcPts val="1625"/>
              </a:spcBef>
            </a:pPr>
          </a:p>
          <a:p>
            <a:pPr marL="12700">
              <a:lnSpc>
                <a:spcPct val="100000"/>
              </a:lnSpc>
            </a:pPr>
            <a:r>
              <a:rPr spc="-140" dirty="0">
                <a:sym typeface="+mn-ea"/>
              </a:rPr>
              <a:t>Track</a:t>
            </a:r>
            <a:r>
              <a:rPr spc="-55" dirty="0">
                <a:sym typeface="+mn-ea"/>
              </a:rPr>
              <a:t> </a:t>
            </a:r>
            <a:r>
              <a:rPr spc="-100" dirty="0">
                <a:sym typeface="+mn-ea"/>
              </a:rPr>
              <a:t>Name:</a:t>
            </a:r>
            <a:r>
              <a:rPr spc="-40" dirty="0">
                <a:sym typeface="+mn-ea"/>
              </a:rPr>
              <a:t> </a:t>
            </a:r>
            <a:r>
              <a:rPr spc="-120" dirty="0">
                <a:sym typeface="+mn-ea"/>
              </a:rPr>
              <a:t>Web</a:t>
            </a:r>
            <a:r>
              <a:rPr spc="-55" dirty="0">
                <a:sym typeface="+mn-ea"/>
              </a:rPr>
              <a:t> </a:t>
            </a:r>
            <a:r>
              <a:rPr lang="en-IN" spc="-55" dirty="0">
                <a:sym typeface="+mn-ea"/>
              </a:rPr>
              <a:t>2</a:t>
            </a:r>
            <a:r>
              <a:rPr spc="-25" dirty="0">
                <a:sym typeface="+mn-ea"/>
              </a:rPr>
              <a:t>.0</a:t>
            </a:r>
            <a:endParaRPr spc="-25" dirty="0"/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2325" y="3667760"/>
            <a:ext cx="4785360" cy="31902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t>Food wastage is a major problem worldwide while many people suffer from hunger.</a:t>
            </a:r>
          </a:p>
          <a:p>
            <a:r>
              <a:t>This project provides a digital platform to connect food donors, NGOs, and delivery partners.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Lack of real-time coordination</a:t>
            </a:r>
          </a:p>
          <a:p>
            <a:r>
              <a:t>Edible food wasted daily</a:t>
            </a:r>
          </a:p>
          <a:p>
            <a:r>
              <a:t>Manual donation processes</a:t>
            </a:r>
          </a:p>
          <a:p>
            <a:r>
              <a:t>No centralized food donation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 food wastage</a:t>
            </a:r>
          </a:p>
          <a:p>
            <a:r>
              <a:t>Enable quick food distribution</a:t>
            </a:r>
          </a:p>
          <a:p>
            <a:r>
              <a:t>Connect donors and NGOs</a:t>
            </a:r>
          </a:p>
          <a:p>
            <a:r>
              <a:t>Build a sustainable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minimize food waste and ensure surplus food reaches needy people efficiently while promoting social responsibility.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food availability</a:t>
            </a:r>
          </a:p>
          <a:p>
            <a:r>
              <a:t>Smart NGO matching</a:t>
            </a:r>
          </a:p>
          <a:p>
            <a:r>
              <a:t>Time-based food safety</a:t>
            </a:r>
          </a:p>
          <a:p>
            <a:r>
              <a:t>Pickup tracking system</a:t>
            </a:r>
          </a:p>
          <a:p>
            <a:r>
              <a:t>Role-based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Restaurants / Donors</a:t>
            </a:r>
          </a:p>
          <a:p>
            <a:r>
              <a:t>NGOs</a:t>
            </a:r>
          </a:p>
          <a:p>
            <a:r>
              <a:t>Delivery Partners</a:t>
            </a:r>
          </a:p>
          <a:p>
            <a:r>
              <a:t>Admin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1925" y="390525"/>
            <a:ext cx="8820150" cy="58807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750" y="419100"/>
            <a:ext cx="8826500" cy="58845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 Diagram</a:t>
            </a:r>
          </a:p>
        </p:txBody>
      </p:sp>
      <p:pic>
        <p:nvPicPr>
          <p:cNvPr id="8" name="Picture 7" descr="ChatGPT Image Jan 23, 2026, 01_55_45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80" y="528955"/>
            <a:ext cx="7995920" cy="53308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Restaurant Pricing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Pay-per-</a:t>
            </a:r>
            <a:r>
              <a:rPr lang="en-IN"/>
              <a:t>kg</a:t>
            </a:r>
            <a:r>
              <a:t>: ₹20</a:t>
            </a:r>
          </a:p>
          <a:p>
            <a:r>
              <a:t>Monthly Plan: ₹</a:t>
            </a:r>
            <a:r>
              <a:rPr lang="en-IN"/>
              <a:t>9</a:t>
            </a:r>
            <a:r>
              <a:t>99</a:t>
            </a:r>
          </a:p>
          <a:p>
            <a:r>
              <a:t>Premium Plan: ₹</a:t>
            </a:r>
            <a:r>
              <a:rPr lang="en-IN"/>
              <a:t>1499</a:t>
            </a:r>
            <a:endParaRPr lang="en-IN"/>
          </a:p>
          <a:p>
            <a:r>
              <a:t>Enterprise: Custom pricing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Boy 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17955"/>
            <a:ext cx="8686800" cy="4526280"/>
          </a:xfrm>
        </p:spPr>
        <p:txBody>
          <a:bodyPr>
            <a:noAutofit/>
          </a:bodyPr>
          <a:lstStyle/>
          <a:p>
            <a:r>
              <a:rPr lang="en-US" altLang="en-US"/>
              <a:t>₹20 – ₹50 per delivery depending on distance</a:t>
            </a:r>
            <a:endParaRPr lang="en-US" altLang="en-US"/>
          </a:p>
          <a:p>
            <a:r>
              <a:rPr lang="en-US" altLang="en-US"/>
              <a:t>₹5 – ₹10 per km additional payout</a:t>
            </a:r>
            <a:endParaRPr lang="en-US" altLang="en-US"/>
          </a:p>
          <a:p>
            <a:r>
              <a:rPr lang="en-US" altLang="en-US"/>
              <a:t>Bonus ₹200 – ₹500 for completing 10+ deliveries/day</a:t>
            </a:r>
            <a:endParaRPr lang="en-US" altLang="en-US"/>
          </a:p>
          <a:p>
            <a:r>
              <a:rPr lang="en-US" altLang="en-US"/>
              <a:t>Extra incentives during festivals and peak hours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Restaurant commissions</a:t>
            </a:r>
          </a:p>
          <a:p>
            <a:r>
              <a:t>Subscription plans</a:t>
            </a:r>
          </a:p>
          <a:p>
            <a:r>
              <a:t>CSR sponsorship</a:t>
            </a:r>
          </a:p>
          <a:p>
            <a:r>
              <a:t>Analytics services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Reduced food waste</a:t>
            </a:r>
          </a:p>
          <a:p>
            <a:r>
              <a:t>Hunger relief</a:t>
            </a:r>
          </a:p>
          <a:p>
            <a:r>
              <a:t>Support to NGOs</a:t>
            </a:r>
          </a:p>
          <a:p>
            <a:r>
              <a:t>Environmental sustainability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to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development experience</a:t>
            </a:r>
          </a:p>
          <a:p>
            <a:r>
              <a:t>Improved technical skills</a:t>
            </a:r>
          </a:p>
          <a:p>
            <a:r>
              <a:t>Team collaboration</a:t>
            </a:r>
          </a:p>
          <a:p>
            <a:r>
              <a:t>Career readiness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application</a:t>
            </a:r>
          </a:p>
          <a:p>
            <a:r>
              <a:t>GPS-based tracking</a:t>
            </a:r>
          </a:p>
          <a:p>
            <a:r>
              <a:t>AI food demand prediction</a:t>
            </a:r>
          </a:p>
          <a:p>
            <a:r>
              <a:t>Multi-city expansion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effectively combines technology and social service to reduce food waste and fight hunger.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You!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1817</Words>
  <Application>WPS Presentation</Application>
  <PresentationFormat>On-screen Show (4:3)</PresentationFormat>
  <Paragraphs>104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       Food Donation &amp; Waste Reduction Platform  </vt:lpstr>
      <vt:lpstr>Introduction</vt:lpstr>
      <vt:lpstr>Problem Statement</vt:lpstr>
      <vt:lpstr>Project Objectives</vt:lpstr>
      <vt:lpstr>Purpose of the Project</vt:lpstr>
      <vt:lpstr>Unique Features</vt:lpstr>
      <vt:lpstr>System Users</vt:lpstr>
      <vt:lpstr>PowerPoint 演示文稿</vt:lpstr>
      <vt:lpstr>System Architecture</vt:lpstr>
      <vt:lpstr>System Flow Diagram</vt:lpstr>
      <vt:lpstr>Restaurant Pricing Model</vt:lpstr>
      <vt:lpstr>Delivery Boy Earnings</vt:lpstr>
      <vt:lpstr>Profit Model</vt:lpstr>
      <vt:lpstr>Benefits to Society</vt:lpstr>
      <vt:lpstr>Benefits to Us</vt:lpstr>
      <vt:lpstr>Future Scope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WPS_1704699891</cp:lastModifiedBy>
  <cp:revision>4</cp:revision>
  <dcterms:created xsi:type="dcterms:W3CDTF">2013-01-27T09:14:00Z</dcterms:created>
  <dcterms:modified xsi:type="dcterms:W3CDTF">2026-01-23T14:14:39Z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E94886D75D5845B7BB64D44EC80699E0_13</vt:lpwstr>
  </property>
  <property fmtid="{D5CDD505-2E9C-101B-9397-08002B2CF9AE}" pid="3" name="KSOProductBuildVer">
    <vt:lpwstr>1033-12.2.0.23196</vt:lpwstr>
  </property>
</Properties>
</file>